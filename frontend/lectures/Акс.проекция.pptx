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72" r:id="rId4"/>
    <p:sldId id="260" r:id="rId5"/>
    <p:sldId id="261" r:id="rId6"/>
    <p:sldId id="262" r:id="rId7"/>
    <p:sldId id="263" r:id="rId8"/>
    <p:sldId id="271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5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9CDA369-9536-48EE-9AE9-AB80FD1DEDC4}" type="datetimeFigureOut">
              <a:rPr lang="ru-RU" smtClean="0"/>
              <a:pPr/>
              <a:t>03.10.2017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0" y="1"/>
            <a:ext cx="9144000" cy="107154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kk-KZ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Аксонометриялық проекциялар </a:t>
            </a:r>
            <a:endParaRPr lang="ru-RU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1071546"/>
            <a:ext cx="9144000" cy="5786454"/>
          </a:xfrm>
          <a:solidFill>
            <a:srgbClr val="FFFF00"/>
          </a:solidFill>
        </p:spPr>
        <p:txBody>
          <a:bodyPr>
            <a:normAutofit fontScale="85000" lnSpcReduction="20000"/>
          </a:bodyPr>
          <a:lstStyle/>
          <a:p>
            <a:pPr algn="r"/>
            <a:endParaRPr lang="kk-KZ" sz="2400" b="1" i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kk-KZ" sz="3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«Аксонометрия»</a:t>
            </a:r>
            <a:r>
              <a:rPr lang="kk-KZ" sz="3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k-KZ" sz="3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-грек. т. аударғанда осьтер бойынша өлшеу деген мағынаны білдіреді.</a:t>
            </a:r>
          </a:p>
          <a:p>
            <a:endParaRPr lang="kk-KZ" sz="24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4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400" b="1" i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sz="24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kk-KZ" sz="35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«Аксонометрия»</a:t>
            </a:r>
            <a:r>
              <a:rPr lang="kk-KZ" sz="35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k-KZ" sz="3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 </a:t>
            </a:r>
          </a:p>
          <a:p>
            <a:r>
              <a:rPr lang="kk-KZ" sz="3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нәрсенің</a:t>
            </a:r>
          </a:p>
          <a:p>
            <a:r>
              <a:rPr lang="kk-KZ" sz="3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    көрнекі</a:t>
            </a:r>
          </a:p>
          <a:p>
            <a:r>
              <a:rPr lang="kk-KZ" sz="3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        кескіні. </a:t>
            </a:r>
          </a:p>
          <a:p>
            <a:r>
              <a:rPr lang="kk-KZ" sz="35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 </a:t>
            </a:r>
          </a:p>
          <a:p>
            <a:r>
              <a:rPr lang="kk-KZ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        </a:t>
            </a:r>
          </a:p>
          <a:p>
            <a:r>
              <a:rPr lang="kk-KZ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             </a:t>
            </a:r>
          </a:p>
          <a:p>
            <a:r>
              <a:rPr lang="kk-KZ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           </a:t>
            </a:r>
          </a:p>
          <a:p>
            <a:r>
              <a:rPr lang="kk-KZ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              </a:t>
            </a:r>
            <a:endParaRPr lang="ru-RU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 descr="сканирование001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2643182"/>
            <a:ext cx="4714908" cy="3857652"/>
          </a:xfrm>
          <a:prstGeom prst="rect">
            <a:avLst/>
          </a:prstGeom>
          <a:noFill/>
          <a:ln w="57150">
            <a:solidFill>
              <a:srgbClr val="0070C0"/>
            </a:solidFill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kk-KZ" sz="3600" b="1" dirty="0" smtClean="0">
                <a:solidFill>
                  <a:schemeClr val="bg1"/>
                </a:solidFill>
              </a:rPr>
              <a:t>АКСОНОМЕТРИЯЛЫҚ ПРОЕКЦИЯЛАР</a:t>
            </a:r>
            <a:endParaRPr lang="ru-RU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 descr="сканирование001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2000241"/>
            <a:ext cx="4429156" cy="2857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 descr="сканирование001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9190" y="3500438"/>
            <a:ext cx="3857652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642910" y="1643050"/>
            <a:ext cx="335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b="1" dirty="0" smtClean="0"/>
              <a:t>Тікбұрышты изометрия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786446" y="2571744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b="1" dirty="0" smtClean="0"/>
              <a:t>Фронталь- димметрия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с двумя скругленными противолежащими углами 7"/>
          <p:cNvSpPr/>
          <p:nvPr/>
        </p:nvSpPr>
        <p:spPr>
          <a:xfrm>
            <a:off x="2143108" y="4500570"/>
            <a:ext cx="6286544" cy="2071702"/>
          </a:xfrm>
          <a:prstGeom prst="round2Diag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с двумя вырезанными соседними углами 6"/>
          <p:cNvSpPr/>
          <p:nvPr/>
        </p:nvSpPr>
        <p:spPr>
          <a:xfrm>
            <a:off x="1285852" y="2428868"/>
            <a:ext cx="6786610" cy="1714512"/>
          </a:xfrm>
          <a:prstGeom prst="snip2Same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с двумя вырезанными противолежащими углами 5"/>
          <p:cNvSpPr/>
          <p:nvPr/>
        </p:nvSpPr>
        <p:spPr>
          <a:xfrm>
            <a:off x="1357290" y="285728"/>
            <a:ext cx="6572296" cy="1500198"/>
          </a:xfrm>
          <a:prstGeom prst="snip2Diag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142976" y="2571744"/>
            <a:ext cx="69294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k-KZ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Тікбұрышты  изометриялық  проекцияда аксонометриялық осьтер өзара 120°бұрышпен орналасады</a:t>
            </a:r>
            <a:r>
              <a:rPr lang="kk-KZ" b="1" dirty="0" smtClean="0"/>
              <a:t>.</a:t>
            </a:r>
            <a:endParaRPr lang="ru-RU" b="1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500166" y="500042"/>
            <a:ext cx="6715172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20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</a:rPr>
              <a:t>Егер</a:t>
            </a:r>
            <a:r>
              <a:rPr kumimoji="0" lang="kk-KZ" sz="2000" b="1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</a:rPr>
              <a:t> проециялаушы сәуле Ржазықтығына параллель болса</a:t>
            </a:r>
            <a:r>
              <a:rPr kumimoji="0" lang="kk-KZ" sz="20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</a:rPr>
              <a:t>, </a:t>
            </a:r>
            <a:r>
              <a:rPr kumimoji="0" lang="kk-KZ" sz="2000" b="1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</a:rPr>
              <a:t> аксонометриялық проекция </a:t>
            </a:r>
            <a:r>
              <a:rPr lang="kk-KZ" sz="2000" b="1" i="1" dirty="0" smtClean="0">
                <a:solidFill>
                  <a:srgbClr val="FF0000"/>
                </a:solidFill>
                <a:latin typeface="Arial" pitchFamily="34" charset="0"/>
                <a:ea typeface="Times New Roman" pitchFamily="18" charset="0"/>
              </a:rPr>
              <a:t>тікбұрышты болады</a:t>
            </a:r>
            <a:r>
              <a:rPr kumimoji="0" lang="kk-KZ" sz="20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</a:rPr>
              <a:t>, ал басқа</a:t>
            </a:r>
            <a:r>
              <a:rPr kumimoji="0" lang="kk-KZ" sz="2000" b="1" i="1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</a:rPr>
              <a:t> жағдайларда қиғашбұрышты</a:t>
            </a:r>
            <a:r>
              <a:rPr kumimoji="0" lang="kk-KZ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</a:rPr>
              <a:t>.</a:t>
            </a:r>
            <a:endParaRPr kumimoji="0" lang="ru-RU" sz="11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18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</a:rPr>
              <a:t>         </a:t>
            </a:r>
            <a:endParaRPr kumimoji="0" lang="kk-KZ" sz="18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286000" y="4357693"/>
            <a:ext cx="63579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k-KZ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Фронталь- диметриялық проекцяны тұрғызу үшін, проекция жазықтығын хОz жазықтығына параллель орналастырады . Проекция жазықтығына қиғашбұрыш жасап түсіреді.</a:t>
            </a:r>
            <a:endParaRPr lang="ru-RU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33688" cy="14176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9144000" cy="14287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Содержимое 13" descr="сканирование0015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4286248" cy="478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Рисунок 14" descr="сканирование001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2857496"/>
            <a:ext cx="4786314" cy="4000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0" y="214290"/>
            <a:ext cx="90011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28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</a:rPr>
              <a:t>Шеңбердің изометриялық проекциясы</a:t>
            </a:r>
            <a:endParaRPr kumimoji="0" lang="kk-KZ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1000100" y="1785926"/>
            <a:ext cx="2302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k-KZ" sz="2400" b="1" i="1" dirty="0" smtClean="0"/>
              <a:t>изометриялық</a:t>
            </a:r>
            <a:endParaRPr lang="ru-RU" sz="2400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4786314" y="2071678"/>
            <a:ext cx="4357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k-KZ" sz="2400" b="1" dirty="0" smtClean="0"/>
              <a:t>Фронталь- диметриялық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0" y="0"/>
            <a:ext cx="9144000" cy="85723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k-KZ" sz="32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Овал тұрғызу </a:t>
            </a:r>
            <a:endParaRPr lang="ru-RU" sz="3200" b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5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" y="857232"/>
            <a:ext cx="4214810" cy="2176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000372"/>
            <a:ext cx="4143372" cy="2714644"/>
          </a:xfrm>
          <a:prstGeom prst="rect">
            <a:avLst/>
          </a:prstGeom>
          <a:noFill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6250" y="2214554"/>
            <a:ext cx="485775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52925" y="4929198"/>
            <a:ext cx="479107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ятиугольник 4"/>
          <p:cNvSpPr/>
          <p:nvPr/>
        </p:nvSpPr>
        <p:spPr>
          <a:xfrm>
            <a:off x="428596" y="6429396"/>
            <a:ext cx="3929090" cy="428604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носка со стрелкой вниз 5"/>
          <p:cNvSpPr/>
          <p:nvPr/>
        </p:nvSpPr>
        <p:spPr>
          <a:xfrm>
            <a:off x="1500166" y="285728"/>
            <a:ext cx="6286544" cy="1071570"/>
          </a:xfrm>
          <a:prstGeom prst="downArrow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ОВАЛ тұрғызу  </a:t>
            </a:r>
            <a:endParaRPr lang="ru-RU" sz="2800" dirty="0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785926"/>
            <a:ext cx="485775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4429132"/>
            <a:ext cx="479107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92D050"/>
          </a:solidFill>
        </p:spPr>
        <p:txBody>
          <a:bodyPr>
            <a:normAutofit/>
          </a:bodyPr>
          <a:lstStyle/>
          <a:p>
            <a:r>
              <a:rPr lang="kk-KZ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Графикалық жұмыс   </a:t>
            </a:r>
            <a:r>
              <a:rPr lang="ru-RU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№</a:t>
            </a:r>
            <a:r>
              <a:rPr lang="kk-KZ" sz="24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 үлгісі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0" y="357166"/>
            <a:ext cx="2428860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itchFamily="18" charset="0"/>
                <a:cs typeface="Times New Roman" pitchFamily="18" charset="0"/>
              </a:rPr>
              <a:t>Тапсырма 4</a:t>
            </a:r>
            <a:endParaRPr lang="ru-RU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026" name="Picture 2" descr="C:\Documents and Settings\user\Мои документы\Сауле апай\12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2071682" y="-35"/>
            <a:ext cx="5500704" cy="82153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14612" y="274638"/>
            <a:ext cx="6219076" cy="1143000"/>
          </a:xfrm>
        </p:spPr>
        <p:txBody>
          <a:bodyPr>
            <a:normAutofit/>
          </a:bodyPr>
          <a:lstStyle/>
          <a:p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               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u-RU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n w="57150">
                <a:solidFill>
                  <a:srgbClr val="00B0F0"/>
                </a:solidFill>
              </a:ln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642910" y="642918"/>
            <a:ext cx="8001056" cy="12858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Үйге тапсырма</a:t>
            </a:r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14348" y="2285992"/>
            <a:ext cx="7643866" cy="41434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Геометриялық денелер тбының аксонометриялы проекциясын тұрғызу.</a:t>
            </a:r>
            <a:endParaRPr lang="kk-KZ" sz="3200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365</TotalTime>
  <Words>119</Words>
  <Application>Microsoft Office PowerPoint</Application>
  <PresentationFormat>Экран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Солнцестояние</vt:lpstr>
      <vt:lpstr>Аксонометриялық проекциялар </vt:lpstr>
      <vt:lpstr>АКСОНОМЕТРИЯЛЫҚ ПРОЕКЦИЯЛАР</vt:lpstr>
      <vt:lpstr>Слайд 3</vt:lpstr>
      <vt:lpstr>Слайд 4</vt:lpstr>
      <vt:lpstr>Слайд 5</vt:lpstr>
      <vt:lpstr>Слайд 6</vt:lpstr>
      <vt:lpstr>                                 Графикалық жұмыс   №4 үлгісі</vt:lpstr>
      <vt:lpstr>               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25.02.11</dc:title>
  <dc:creator>Admin</dc:creator>
  <cp:lastModifiedBy>777</cp:lastModifiedBy>
  <cp:revision>41</cp:revision>
  <dcterms:created xsi:type="dcterms:W3CDTF">2011-02-21T13:18:45Z</dcterms:created>
  <dcterms:modified xsi:type="dcterms:W3CDTF">2017-10-03T05:14:06Z</dcterms:modified>
</cp:coreProperties>
</file>