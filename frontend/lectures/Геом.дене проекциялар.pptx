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1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69CDA369-9536-48EE-9AE9-AB80FD1DEDC4}" type="datetimeFigureOut">
              <a:rPr lang="ru-RU" smtClean="0"/>
              <a:pPr/>
              <a:t>11.10.2013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40DED3D-9DF4-4DC2-A1C3-953B5D290202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142983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b="1" dirty="0" err="1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Геометриялы</a:t>
            </a:r>
            <a:r>
              <a:rPr lang="kk-KZ" sz="32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қ денелер проекциясы</a:t>
            </a:r>
            <a:r>
              <a:rPr lang="ru-RU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32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1142984"/>
            <a:ext cx="9144000" cy="5715016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endParaRPr lang="ru-RU" sz="39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ru-RU" sz="3900" dirty="0" smtClean="0">
              <a:latin typeface="Arial" pitchFamily="34" charset="0"/>
              <a:cs typeface="Arial" pitchFamily="34" charset="0"/>
            </a:endParaRPr>
          </a:p>
          <a:p>
            <a:r>
              <a:rPr lang="ru-RU" sz="3900" dirty="0" smtClean="0">
                <a:latin typeface="Arial" pitchFamily="34" charset="0"/>
                <a:cs typeface="Arial" pitchFamily="34" charset="0"/>
              </a:rPr>
              <a:t>         </a:t>
            </a:r>
            <a:endParaRPr lang="ru-RU" sz="3600" dirty="0" smtClean="0">
              <a:solidFill>
                <a:srgbClr val="FFC000"/>
              </a:solidFill>
              <a:latin typeface="Arial" pitchFamily="34" charset="0"/>
              <a:cs typeface="Arial" pitchFamily="34" charset="0"/>
            </a:endParaRPr>
          </a:p>
          <a:p>
            <a:endParaRPr lang="ru-RU" sz="3600" dirty="0"/>
          </a:p>
        </p:txBody>
      </p:sp>
      <p:pic>
        <p:nvPicPr>
          <p:cNvPr id="6" name="Picture 2" descr="E:\010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928813"/>
            <a:ext cx="3929063" cy="492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E:\009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5" y="2000250"/>
            <a:ext cx="42862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3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txBody>
          <a:bodyPr>
            <a:normAutofit/>
          </a:bodyPr>
          <a:lstStyle/>
          <a:p>
            <a:endParaRPr lang="kk-KZ" dirty="0" smtClean="0">
              <a:latin typeface="Arial" pitchFamily="34" charset="0"/>
              <a:cs typeface="Arial" pitchFamily="34" charset="0"/>
            </a:endParaRPr>
          </a:p>
          <a:p>
            <a:endParaRPr lang="kk-KZ" dirty="0" smtClean="0">
              <a:latin typeface="Arial" pitchFamily="34" charset="0"/>
              <a:cs typeface="Arial" pitchFamily="34" charset="0"/>
            </a:endParaRPr>
          </a:p>
          <a:p>
            <a:endParaRPr lang="kk-KZ" dirty="0" smtClean="0">
              <a:latin typeface="Arial" pitchFamily="34" charset="0"/>
              <a:cs typeface="Arial" pitchFamily="34" charset="0"/>
            </a:endParaRPr>
          </a:p>
          <a:p>
            <a:r>
              <a:rPr lang="kk-KZ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          </a:t>
            </a:r>
            <a:endParaRPr lang="ru-RU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428728" y="2143116"/>
            <a:ext cx="6643734" cy="450059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Призма.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Пирамида.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Цилиндр.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Конус.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Шар.</a:t>
            </a:r>
          </a:p>
          <a:p>
            <a:pPr lvl="0" algn="ctr"/>
            <a:r>
              <a:rPr lang="kk-KZ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Куб.</a:t>
            </a:r>
            <a:endParaRPr lang="ru-RU" sz="4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3200" dirty="0"/>
          </a:p>
        </p:txBody>
      </p:sp>
      <p:sp>
        <p:nvSpPr>
          <p:cNvPr id="6" name="Овал 5"/>
          <p:cNvSpPr/>
          <p:nvPr/>
        </p:nvSpPr>
        <p:spPr>
          <a:xfrm>
            <a:off x="928662" y="285728"/>
            <a:ext cx="7500990" cy="135732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Геометриялық</a:t>
            </a:r>
            <a:r>
              <a:rPr lang="ru-RU" sz="4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денелер</a:t>
            </a:r>
            <a:endParaRPr lang="ru-RU" sz="4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785926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Цилиндр </a:t>
            </a:r>
            <a:r>
              <a:rPr lang="ru-RU" sz="3200" dirty="0" err="1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проекциясы</a:t>
            </a:r>
            <a:r>
              <a:rPr lang="ru-RU" sz="3200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ru-RU" sz="3200" dirty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4800600"/>
          </a:xfrm>
          <a:solidFill>
            <a:schemeClr val="bg1"/>
          </a:solidFill>
        </p:spPr>
        <p:txBody>
          <a:bodyPr/>
          <a:lstStyle/>
          <a:p>
            <a:endParaRPr lang="kk-KZ" dirty="0" smtClean="0"/>
          </a:p>
          <a:p>
            <a:endParaRPr lang="kk-KZ" dirty="0" smtClean="0"/>
          </a:p>
          <a:p>
            <a:endParaRPr lang="ru-RU" sz="36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 descr="сканирование0005"/>
          <p:cNvPicPr/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0" y="1428736"/>
            <a:ext cx="9144000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kk-KZ" sz="3200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Конус проекциясы</a:t>
            </a:r>
            <a:endParaRPr lang="ru-RU" sz="32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  <a:solidFill>
            <a:schemeClr val="bg1"/>
          </a:solidFill>
        </p:spPr>
        <p:txBody>
          <a:bodyPr/>
          <a:lstStyle/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 descr="сканирование0006"/>
          <p:cNvPicPr/>
          <p:nvPr/>
        </p:nvPicPr>
        <p:blipFill>
          <a:blip r:embed="rId2">
            <a:grayscl/>
          </a:blip>
          <a:srcRect/>
          <a:stretch>
            <a:fillRect/>
          </a:stretch>
        </p:blipFill>
        <p:spPr bwMode="auto">
          <a:xfrm>
            <a:off x="0" y="1428736"/>
            <a:ext cx="9144000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33688" cy="14176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9144000" cy="13572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Пирамида проекциясы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 descr="сканирование0004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357298"/>
            <a:ext cx="9144000" cy="5500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bg2"/>
          </a:solidFill>
        </p:spPr>
        <p:txBody>
          <a:bodyPr/>
          <a:lstStyle/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endParaRPr lang="kk-KZ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kk-KZ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kk-KZ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428596" y="285728"/>
            <a:ext cx="8215370" cy="85725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k-KZ" sz="32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ru-RU" sz="3200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 descr="сканирование0003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142984"/>
            <a:ext cx="478631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10" descr="сканирование0002"/>
          <p:cNvPicPr/>
          <p:nvPr/>
        </p:nvPicPr>
        <p:blipFill>
          <a:blip r:embed="rId3">
            <a:grayscl/>
          </a:blip>
          <a:srcRect/>
          <a:stretch>
            <a:fillRect/>
          </a:stretch>
        </p:blipFill>
        <p:spPr bwMode="auto">
          <a:xfrm>
            <a:off x="2786050" y="3857628"/>
            <a:ext cx="5929354" cy="300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785918" y="285729"/>
            <a:ext cx="4429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k-KZ" sz="3600" b="1" dirty="0" smtClean="0"/>
              <a:t> Призма проекциясы</a:t>
            </a:r>
            <a:endParaRPr lang="ru-RU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ятиугольник 4"/>
          <p:cNvSpPr/>
          <p:nvPr/>
        </p:nvSpPr>
        <p:spPr>
          <a:xfrm>
            <a:off x="428596" y="6429396"/>
            <a:ext cx="3929090" cy="428604"/>
          </a:xfrm>
          <a:prstGeom prst="homePlat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Выноска со стрелкой вниз 5"/>
          <p:cNvSpPr/>
          <p:nvPr/>
        </p:nvSpPr>
        <p:spPr>
          <a:xfrm>
            <a:off x="1500166" y="285728"/>
            <a:ext cx="6286544" cy="1071570"/>
          </a:xfrm>
          <a:prstGeom prst="downArrowCallou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800" dirty="0"/>
          </a:p>
        </p:txBody>
      </p:sp>
      <p:pic>
        <p:nvPicPr>
          <p:cNvPr id="8" name="Содержимое 7" descr="сканирование0007"/>
          <p:cNvPicPr>
            <a:picLocks noGrp="1"/>
          </p:cNvPicPr>
          <p:nvPr>
            <p:ph idx="1"/>
          </p:nvPr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0" y="1428736"/>
            <a:ext cx="8786842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071670" y="285728"/>
            <a:ext cx="5000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k-KZ" sz="3600" b="1" dirty="0" smtClean="0">
                <a:solidFill>
                  <a:srgbClr val="0070C0"/>
                </a:solidFill>
              </a:rPr>
              <a:t> Шар проекциясы</a:t>
            </a:r>
            <a:endParaRPr lang="ru-RU" sz="36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rgbClr val="92D050"/>
          </a:solidFill>
        </p:spPr>
        <p:txBody>
          <a:bodyPr>
            <a:normAutofit/>
          </a:bodyPr>
          <a:lstStyle/>
          <a:p>
            <a:r>
              <a:rPr lang="kk-KZ" sz="24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                              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0" y="357166"/>
            <a:ext cx="9144000" cy="78581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8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Графикалық жұмыс </a:t>
            </a:r>
            <a:r>
              <a:rPr lang="ru-RU" sz="28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№</a:t>
            </a:r>
            <a:r>
              <a:rPr lang="kk-KZ" sz="2800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 4</a:t>
            </a:r>
            <a:endParaRPr lang="ru-RU" sz="28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>
          <a:xfrm>
            <a:off x="1071538" y="1447800"/>
            <a:ext cx="7862150" cy="4800600"/>
          </a:xfrm>
        </p:spPr>
        <p:txBody>
          <a:bodyPr>
            <a:normAutofit lnSpcReduction="10000"/>
          </a:bodyPr>
          <a:lstStyle/>
          <a:p>
            <a:r>
              <a:rPr lang="kk-KZ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Геометриялық денелер тобының проекциялары берілген.</a:t>
            </a:r>
            <a:endParaRPr lang="ru-RU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Өз нұсқамаларыңда берілген сызбаны оқыңдар,қандай геометриялық денелер берілген, олардың орналасуы. </a:t>
            </a: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Өлшем бойынша екі проекциясын тұрғызып,профиль проекциясын табыңдар.</a:t>
            </a:r>
          </a:p>
          <a:p>
            <a:r>
              <a:rPr lang="kk-KZ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Геометриялық денелер аксонометриясын тұрғызыңдар.</a:t>
            </a:r>
            <a:endParaRPr lang="ru-RU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user\Мои документы\Сауле апай\1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14290"/>
            <a:ext cx="8501090" cy="66437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14612" y="274638"/>
            <a:ext cx="6219076" cy="1143000"/>
          </a:xfrm>
        </p:spPr>
        <p:txBody>
          <a:bodyPr>
            <a:normAutofit/>
          </a:bodyPr>
          <a:lstStyle/>
          <a:p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kk-KZ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kk-KZ" sz="28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ru-RU" sz="2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dirty="0">
              <a:ln w="57150">
                <a:solidFill>
                  <a:srgbClr val="00B0F0"/>
                </a:solidFill>
              </a:ln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642910" y="642918"/>
            <a:ext cx="8001056" cy="12858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Үйге тапсырма</a:t>
            </a:r>
            <a:r>
              <a:rPr lang="kk-KZ" sz="32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sz="3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714348" y="2285992"/>
            <a:ext cx="7643866" cy="41434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1.Өз нұсқамаларың бойынша фронталь, горизонталь проекцияларын тұрғызып,  профиль проекциясын табу керек.</a:t>
            </a:r>
          </a:p>
          <a:p>
            <a:r>
              <a:rPr lang="kk-KZ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Геометриялық денелер тобының аксонометриялық проекциясын  Х,У,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kk-KZ" sz="32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осьтері бойымен тұрғызу.</a:t>
            </a:r>
          </a:p>
          <a:p>
            <a:pPr algn="ctr"/>
            <a:endParaRPr lang="ru-RU" b="1" i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518</TotalTime>
  <Words>107</Words>
  <Application>Microsoft Office PowerPoint</Application>
  <PresentationFormat>Экран (4:3)</PresentationFormat>
  <Paragraphs>47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Солнцестояние</vt:lpstr>
      <vt:lpstr>      Геометриялық денелер проекциясы </vt:lpstr>
      <vt:lpstr>Слайд 2</vt:lpstr>
      <vt:lpstr> Цилиндр проекциясы  </vt:lpstr>
      <vt:lpstr> Конус проекциясы</vt:lpstr>
      <vt:lpstr>Слайд 5</vt:lpstr>
      <vt:lpstr>Слайд 6</vt:lpstr>
      <vt:lpstr>Слайд 7</vt:lpstr>
      <vt:lpstr>                                </vt:lpstr>
      <vt:lpstr>Слайд 9</vt:lpstr>
      <vt:lpstr>               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25.02.11</dc:title>
  <dc:creator>Admin</dc:creator>
  <cp:lastModifiedBy>777</cp:lastModifiedBy>
  <cp:revision>42</cp:revision>
  <dcterms:created xsi:type="dcterms:W3CDTF">2011-02-21T13:18:45Z</dcterms:created>
  <dcterms:modified xsi:type="dcterms:W3CDTF">2013-10-11T06:22:48Z</dcterms:modified>
</cp:coreProperties>
</file>