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2" r:id="rId2"/>
    <p:sldId id="256" r:id="rId3"/>
    <p:sldId id="258" r:id="rId4"/>
    <p:sldId id="259" r:id="rId5"/>
    <p:sldId id="260" r:id="rId6"/>
    <p:sldId id="261" r:id="rId7"/>
    <p:sldId id="271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0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9CDA369-9536-48EE-9AE9-AB80FD1DEDC4}" type="datetimeFigureOut">
              <a:rPr lang="ru-RU" smtClean="0"/>
              <a:pPr/>
              <a:t>19.05.2014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043608" y="1340768"/>
            <a:ext cx="7500990" cy="295232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32560" y="714356"/>
            <a:ext cx="7406640" cy="2570628"/>
          </a:xfrm>
        </p:spPr>
        <p:txBody>
          <a:bodyPr>
            <a:noAutofit/>
          </a:bodyPr>
          <a:lstStyle/>
          <a:p>
            <a:pPr algn="ctr"/>
            <a:r>
              <a:rPr lang="kk-KZ" sz="4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Геометриялық денені жазықтықпен қию</a:t>
            </a:r>
            <a:endParaRPr lang="ru-RU" sz="4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0" y="-214338"/>
            <a:ext cx="9144000" cy="214314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kk-KZ" sz="31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>Геометриялық денелерді  жазықтықпен қию</a:t>
            </a:r>
            <a:r>
              <a:rPr lang="ru-RU" sz="31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100" dirty="0" smtClean="0">
                <a:latin typeface="Times New Roman" pitchFamily="18" charset="0"/>
                <a:cs typeface="Times New Roman" pitchFamily="18" charset="0"/>
              </a:rPr>
            </a:br>
            <a:r>
              <a:rPr lang="kk-KZ" sz="3100" b="1" dirty="0" smtClean="0">
                <a:latin typeface="Times New Roman" pitchFamily="18" charset="0"/>
                <a:cs typeface="Times New Roman" pitchFamily="18" charset="0"/>
              </a:rPr>
              <a:t>                       </a:t>
            </a:r>
            <a:r>
              <a:rPr lang="kk-KZ" sz="3100" b="1" i="1" dirty="0" smtClean="0">
                <a:latin typeface="Times New Roman" pitchFamily="18" charset="0"/>
                <a:cs typeface="Times New Roman" pitchFamily="18" charset="0"/>
              </a:rPr>
              <a:t>Призманы жазықтықпен қию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r>
              <a:rPr lang="ru-RU" sz="32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              </a:t>
            </a:r>
            <a:endParaRPr lang="ru-RU" sz="3200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1071546"/>
            <a:ext cx="9144000" cy="5786454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3900" dirty="0" smtClean="0">
                <a:latin typeface="Arial" pitchFamily="34" charset="0"/>
                <a:cs typeface="Arial" pitchFamily="34" charset="0"/>
              </a:rPr>
              <a:t>         </a:t>
            </a:r>
            <a:endParaRPr lang="ru-RU" sz="3600" dirty="0" smtClean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  <a:p>
            <a:endParaRPr lang="ru-RU" sz="3600" dirty="0"/>
          </a:p>
        </p:txBody>
      </p:sp>
      <p:pic>
        <p:nvPicPr>
          <p:cNvPr id="6" name="Рисунок 5" descr="сканирование0008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071546"/>
            <a:ext cx="9144000" cy="578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kk-KZ" sz="3200" b="1" i="1" dirty="0" smtClean="0">
                <a:latin typeface="Times New Roman" pitchFamily="18" charset="0"/>
                <a:cs typeface="Times New Roman" pitchFamily="18" charset="0"/>
              </a:rPr>
              <a:t>Пирамиданы жазықтықпен қию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latin typeface="Times New Roman" pitchFamily="18" charset="0"/>
                <a:cs typeface="Times New Roman" pitchFamily="18" charset="0"/>
              </a:rPr>
            </a:br>
            <a:endParaRPr lang="ru-RU" sz="3200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800600"/>
          </a:xfrm>
          <a:solidFill>
            <a:srgbClr val="00B050"/>
          </a:solidFill>
        </p:spPr>
        <p:txBody>
          <a:bodyPr/>
          <a:lstStyle/>
          <a:p>
            <a:endParaRPr lang="kk-KZ" dirty="0" smtClean="0"/>
          </a:p>
          <a:p>
            <a:endParaRPr lang="kk-KZ" dirty="0" smtClean="0"/>
          </a:p>
        </p:txBody>
      </p:sp>
      <p:pic>
        <p:nvPicPr>
          <p:cNvPr id="4" name="Рисунок 3" descr="сканирование0010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kk-KZ" sz="3200" b="1" i="1" dirty="0" smtClean="0">
                <a:latin typeface="Times New Roman" pitchFamily="18" charset="0"/>
                <a:cs typeface="Times New Roman" pitchFamily="18" charset="0"/>
              </a:rPr>
              <a:t>Цилиндрді  жазықтықпен қию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сканирование0009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714348" y="1766887"/>
            <a:ext cx="7786742" cy="451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33688" cy="14176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1285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1785918" y="142852"/>
            <a:ext cx="6286544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3200" b="1" i="1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itchFamily="34" charset="0"/>
                <a:ea typeface="Times New Roman" pitchFamily="18" charset="0"/>
              </a:rPr>
              <a:t>Конусты жазықтықпен қию</a:t>
            </a:r>
            <a:endParaRPr kumimoji="0" lang="kk-KZ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</a:endParaRPr>
          </a:p>
        </p:txBody>
      </p:sp>
      <p:pic>
        <p:nvPicPr>
          <p:cNvPr id="12" name="Содержимое 11" descr="сканирование0011"/>
          <p:cNvPicPr>
            <a:picLocks noGrp="1"/>
          </p:cNvPicPr>
          <p:nvPr>
            <p:ph idx="1"/>
          </p:nvPr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285860"/>
            <a:ext cx="9144000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0" y="0"/>
            <a:ext cx="9144000" cy="12144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Графикалық жұмыс </a:t>
            </a:r>
            <a:r>
              <a:rPr lang="ru-RU" sz="3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kk-KZ" sz="32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 5 үлгісі</a:t>
            </a:r>
            <a:endParaRPr lang="ru-RU" sz="32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265" name="Picture 1" descr="C:\Documents and Settings\user\Мои документы\Сауле апай\1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71546"/>
            <a:ext cx="9144000" cy="57864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612" y="274638"/>
            <a:ext cx="6219076" cy="1143000"/>
          </a:xfrm>
        </p:spPr>
        <p:txBody>
          <a:bodyPr>
            <a:normAutofit/>
          </a:bodyPr>
          <a:lstStyle/>
          <a:p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n w="57150">
                <a:solidFill>
                  <a:srgbClr val="00B0F0"/>
                </a:solidFill>
              </a:ln>
            </a:endParaRPr>
          </a:p>
        </p:txBody>
      </p:sp>
      <p:sp>
        <p:nvSpPr>
          <p:cNvPr id="4" name="Овал 3"/>
          <p:cNvSpPr/>
          <p:nvPr/>
        </p:nvSpPr>
        <p:spPr>
          <a:xfrm>
            <a:off x="642910" y="642918"/>
            <a:ext cx="8001056" cy="12858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Үйге тапсырма</a:t>
            </a: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2285992"/>
            <a:ext cx="7643866" cy="41434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Нұсқа бойынша геометриялық дененің </a:t>
            </a:r>
          </a:p>
          <a:p>
            <a:pPr algn="ctr"/>
            <a:r>
              <a:rPr lang="kk-KZ" sz="32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үш көрінісін берілген өлшем бойынша тұрғызу, жазықтықпен қию,қиық дене аксонометриясын </a:t>
            </a:r>
          </a:p>
          <a:p>
            <a:pPr algn="ctr"/>
            <a:r>
              <a:rPr lang="kk-KZ" sz="32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А3 пішіміне тұрғызу,</a:t>
            </a:r>
          </a:p>
          <a:p>
            <a:pPr algn="ctr"/>
            <a:r>
              <a:rPr lang="kk-KZ" sz="32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жиек пен негізгі жазу </a:t>
            </a:r>
          </a:p>
          <a:p>
            <a:pPr algn="ctr"/>
            <a:r>
              <a:rPr lang="kk-KZ" sz="32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орындап келу</a:t>
            </a:r>
            <a:r>
              <a:rPr lang="kk-KZ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337</TotalTime>
  <Words>50</Words>
  <Application>Microsoft Office PowerPoint</Application>
  <PresentationFormat>Экран (4:3)</PresentationFormat>
  <Paragraphs>24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Солнцестояние</vt:lpstr>
      <vt:lpstr>Геометриялық денені жазықтықпен қию</vt:lpstr>
      <vt:lpstr>      Геометриялық денелерді  жазықтықпен қию                        Призманы жазықтықпен қию                                        </vt:lpstr>
      <vt:lpstr>Пирамиданы жазықтықпен қию </vt:lpstr>
      <vt:lpstr>Цилиндрді  жазықтықпен қию</vt:lpstr>
      <vt:lpstr>Слайд 5</vt:lpstr>
      <vt:lpstr>Слайд 6</vt:lpstr>
      <vt:lpstr>              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25.02.11</dc:title>
  <dc:creator>Admin</dc:creator>
  <cp:lastModifiedBy>ПК</cp:lastModifiedBy>
  <cp:revision>39</cp:revision>
  <dcterms:created xsi:type="dcterms:W3CDTF">2011-02-21T13:18:45Z</dcterms:created>
  <dcterms:modified xsi:type="dcterms:W3CDTF">2014-05-19T12:34:35Z</dcterms:modified>
</cp:coreProperties>
</file>